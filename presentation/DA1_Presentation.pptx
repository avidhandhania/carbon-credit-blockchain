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Blockchain Based Carbon Credit Trading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FE3DF"/>
                </a:solidFill>
                <a:latin typeface="Calibri"/>
              </a:rPr>
              <a:t>Digital Assignment 1 (DA1)  |  Blockchain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A9D8F"/>
                </a:solidFill>
                <a:latin typeface="Calibri"/>
              </a:rPr>
              <a:t>SDG 13, Climate Action   |   also supports SDG 7 and SDG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Avi Dhandhania (25BCE1207)    Shivesh Kumar (25BCE1067)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The problem, our objectives and scope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What already exists, and the gaps we found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Why a blockchain, and why Ethereum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Architecture, workflow and design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What is new in our design: verifiers put money at risk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Plan, feasibility and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A9D8F"/>
                </a:solidFill>
                <a:latin typeface="Calibri"/>
              </a:rPr>
              <a:t>A market built to cut emissions is letting companies claim cuts that never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One credit = permission to release one tonne of CO2. Companies that pollute less sell what they did not use.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The same credit gets counted twice, because registries are separate databases that never reconcile.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 buyer cannot check what it bought. It has to trust a PDF.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Phantom credits: credits issued for projects that never happened, found out years later if at all.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Checking is slow and expensive, and the fees eat money meant for climate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1. 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A9D8F"/>
                </a:solidFill>
                <a:latin typeface="Calibri"/>
              </a:rPr>
              <a:t>SDG 13 Climate Action, also supporting SDG 7 and SDG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O1. One credit becomes one token that cannot be copied.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O2. Mint, sell and retire handled in contract code, so double counting is blocked by the rules.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O3. A full history anyone can read and nobody can edit.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O4. Fewer middlemen, so verification is faster and cheaper.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O5. Separate on chain roles for developer, verifier, buyer and regulator.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O6. Verifiers lock money before approving, and lose it if the project turns out to be fake.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Scope of DA1: design only. No registry integration, no real money, no ML impact estimates.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2. What Already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Toucan Protocol: moved real credits on chain, but everything rests on trusting the bridge.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KlimaDAO: uses credits as a treasury asset. The goal is financial, not honest accounting.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IBM and Energy Web: permissioned tracking, so the public cannot read the ledger.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Verra and Gold Standard: good measurement methods, central databases that do not reconcile.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Academic surveys 2019 to 2023: mostly concept level, rarely the full lifecycle in one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2. The Gaps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A9D8F"/>
                </a:solidFill>
                <a:latin typeface="Calibri"/>
              </a:rPr>
              <a:t>What the literature leaves unsolved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G1. The lifecycle is handled in pieces, so "cannot sell after retirement" is a policy, not code.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G2. Evidence is loosely attached. A bridged token tells you little about where it came from.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G3. Public chains give transparency but rarely strict on chain roles.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G4. Nothing happens to a verifier who approves a fake project. The chain records the lie perfectly, forever, and buyers get nothing back.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G4 is the one we go after. Everything else assumes the data entering the chain is honest.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3. Why Blockchain, and Why Ethereum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A9D8F"/>
                </a:solidFill>
                <a:latin typeface="Calibri"/>
              </a:rPr>
              <a:t>Public Ethereum, not permissioned Hyperledger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The test: parties who do not trust each other, no single owner, records that cannot be edited, middlemen worth removing. Carbon trading is yes to all four.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One registry with one owner and one database is what the market has now, and that is what failed.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Regulators, journalists and the public need to check the records, which rules out a permissioned ledger.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ERC-20 and ERC-721 already match "one credit = one token that cannot be duplicated".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Mature tooling (Solidity, OpenZeppelin, Hardhat, MetaMask, free testnets) means safer, faster building.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Layer 2 (Polygon, Arbitrum) drops gas to cents, so cost is no longer a real objection.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System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788" y="1097280"/>
            <a:ext cx="702811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The Life of a Credit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48799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Sequence: Buy and Retire</a:t>
            </a:r>
          </a:p>
        </p:txBody>
      </p:sp>
      <p:pic>
        <p:nvPicPr>
          <p:cNvPr id="4" name="Picture 3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387" y="1097280"/>
            <a:ext cx="858691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What is New: Verifiers Stake Money</a:t>
            </a:r>
          </a:p>
        </p:txBody>
      </p:sp>
      <p:pic>
        <p:nvPicPr>
          <p:cNvPr id="4" name="Picture 3" descr="nove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16" y="1097280"/>
            <a:ext cx="896626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4. What is New, in Three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A9D8F"/>
                </a:solidFill>
                <a:latin typeface="Calibri"/>
              </a:rPr>
              <a:t>Closing G4: the gap every other design leaves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Verifiers put money at risk. A deposit is locked before approval and stays locked for a 90 day challenge window. Anyone can challenge with a bond and evidence. If the challenge wins, the stake is slashed: part to the challenger, part to a pool for the buyers.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Every credit can be traced and flagged. A batch stores its project, its verifier and the evidence hash, so a fake project's credits can be named and marked instead of quietly poisoning a shared pool.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The retirement certificate cannot be traded. Burning credits mints a soulbound ERC-721 to the buyer, so an offset claim has a public owner and cannot be resold as proof to a second company.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The point: the chain stops being only a filing cabinet that records whatever it is told, including lies. Approving a fake project stops being free.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5. Project Plan</a:t>
            </a:r>
          </a:p>
        </p:txBody>
      </p:sp>
      <p:pic>
        <p:nvPicPr>
          <p:cNvPr id="4" name="Picture 3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46161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5. Feasibility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Technical: high. Every piece is open source and proven. Slashing escrow is a known pattern we can copy.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Economic: high. Testnets and tooling are free, and Layer 2 keeps production gas at cents per transaction.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Operational: medium. Needs verifiers willing to post a deposit and a regulator to rule on challenges. People problems, not code problems.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Schedule: high. Eleven weeks fits one semester, with overlap for slippage.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Honest limits: a verifier may still profit more than the stake, and a regulator role judging challenges is one trusted point in a trustless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2A9D8F"/>
                </a:solidFill>
                <a:latin typeface="Calibri"/>
              </a:rPr>
              <a:t>Make the record honest, and make a false record expensive.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